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281" r:id="rId2"/>
    <p:sldId id="290" r:id="rId3"/>
    <p:sldId id="293" r:id="rId4"/>
    <p:sldId id="294" r:id="rId5"/>
    <p:sldId id="296" r:id="rId6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85EDA7-5C90-40CE-BD05-E7E3CD1B2728}" v="5" dt="2026-04-09T16:53:56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 Anvekar" userId="57d4fc149fbab9b6" providerId="LiveId" clId="{C594FB5C-3E42-4EB1-8137-202620B097AA}"/>
    <pc:docChg chg="custSel delSld modSld">
      <pc:chgData name="Shashank Anvekar" userId="57d4fc149fbab9b6" providerId="LiveId" clId="{C594FB5C-3E42-4EB1-8137-202620B097AA}" dt="2026-04-09T16:53:57.636" v="439" actId="478"/>
      <pc:docMkLst>
        <pc:docMk/>
      </pc:docMkLst>
      <pc:sldChg chg="addSp delSp modSp mod">
        <pc:chgData name="Shashank Anvekar" userId="57d4fc149fbab9b6" providerId="LiveId" clId="{C594FB5C-3E42-4EB1-8137-202620B097AA}" dt="2026-04-09T16:53:41.638" v="431" actId="478"/>
        <pc:sldMkLst>
          <pc:docMk/>
          <pc:sldMk cId="0" sldId="281"/>
        </pc:sldMkLst>
        <pc:spChg chg="del">
          <ac:chgData name="Shashank Anvekar" userId="57d4fc149fbab9b6" providerId="LiveId" clId="{C594FB5C-3E42-4EB1-8137-202620B097AA}" dt="2026-04-09T16:53:39.560" v="430" actId="478"/>
          <ac:spMkLst>
            <pc:docMk/>
            <pc:sldMk cId="0" sldId="281"/>
            <ac:spMk id="9" creationId="{00000000-0000-0000-0000-000000000000}"/>
          </ac:spMkLst>
        </pc:spChg>
        <pc:picChg chg="del">
          <ac:chgData name="Shashank Anvekar" userId="57d4fc149fbab9b6" providerId="LiveId" clId="{C594FB5C-3E42-4EB1-8137-202620B097AA}" dt="2026-04-09T16:53:41.638" v="431" actId="478"/>
          <ac:picMkLst>
            <pc:docMk/>
            <pc:sldMk cId="0" sldId="281"/>
            <ac:picMk id="12" creationId="{00000000-0000-0000-0000-000000000000}"/>
          </ac:picMkLst>
        </pc:picChg>
      </pc:sldChg>
      <pc:sldChg chg="delSp mod">
        <pc:chgData name="Shashank Anvekar" userId="57d4fc149fbab9b6" providerId="LiveId" clId="{C594FB5C-3E42-4EB1-8137-202620B097AA}" dt="2026-04-09T16:53:45.965" v="433" actId="478"/>
        <pc:sldMkLst>
          <pc:docMk/>
          <pc:sldMk cId="0" sldId="290"/>
        </pc:sldMkLst>
        <pc:spChg chg="del">
          <ac:chgData name="Shashank Anvekar" userId="57d4fc149fbab9b6" providerId="LiveId" clId="{C594FB5C-3E42-4EB1-8137-202620B097AA}" dt="2026-04-09T16:53:45.965" v="433" actId="478"/>
          <ac:spMkLst>
            <pc:docMk/>
            <pc:sldMk cId="0" sldId="290"/>
            <ac:spMk id="10" creationId="{AD4F69D3-EEB0-4C4C-9434-B9960FB5854C}"/>
          </ac:spMkLst>
        </pc:spChg>
        <pc:picChg chg="del">
          <ac:chgData name="Shashank Anvekar" userId="57d4fc149fbab9b6" providerId="LiveId" clId="{C594FB5C-3E42-4EB1-8137-202620B097AA}" dt="2026-04-09T16:53:44.527" v="432" actId="478"/>
          <ac:picMkLst>
            <pc:docMk/>
            <pc:sldMk cId="0" sldId="290"/>
            <ac:picMk id="9" creationId="{00000000-0000-0000-0000-000000000000}"/>
          </ac:picMkLst>
        </pc:picChg>
      </pc:sldChg>
      <pc:sldChg chg="modSp del mod">
        <pc:chgData name="Shashank Anvekar" userId="57d4fc149fbab9b6" providerId="LiveId" clId="{C594FB5C-3E42-4EB1-8137-202620B097AA}" dt="2026-04-09T16:53:37.334" v="429" actId="47"/>
        <pc:sldMkLst>
          <pc:docMk/>
          <pc:sldMk cId="0" sldId="291"/>
        </pc:sldMkLst>
      </pc:sldChg>
      <pc:sldChg chg="delSp mod">
        <pc:chgData name="Shashank Anvekar" userId="57d4fc149fbab9b6" providerId="LiveId" clId="{C594FB5C-3E42-4EB1-8137-202620B097AA}" dt="2026-04-09T16:53:50.170" v="435" actId="478"/>
        <pc:sldMkLst>
          <pc:docMk/>
          <pc:sldMk cId="3753387913" sldId="293"/>
        </pc:sldMkLst>
        <pc:spChg chg="del">
          <ac:chgData name="Shashank Anvekar" userId="57d4fc149fbab9b6" providerId="LiveId" clId="{C594FB5C-3E42-4EB1-8137-202620B097AA}" dt="2026-04-09T16:53:50.170" v="435" actId="478"/>
          <ac:spMkLst>
            <pc:docMk/>
            <pc:sldMk cId="3753387913" sldId="293"/>
            <ac:spMk id="10" creationId="{AD4F69D3-EEB0-4C4C-9434-B9960FB5854C}"/>
          </ac:spMkLst>
        </pc:spChg>
        <pc:picChg chg="del">
          <ac:chgData name="Shashank Anvekar" userId="57d4fc149fbab9b6" providerId="LiveId" clId="{C594FB5C-3E42-4EB1-8137-202620B097AA}" dt="2026-04-09T16:53:48.356" v="434" actId="478"/>
          <ac:picMkLst>
            <pc:docMk/>
            <pc:sldMk cId="3753387913" sldId="293"/>
            <ac:picMk id="9" creationId="{00000000-0000-0000-0000-000000000000}"/>
          </ac:picMkLst>
        </pc:picChg>
      </pc:sldChg>
      <pc:sldChg chg="delSp mod">
        <pc:chgData name="Shashank Anvekar" userId="57d4fc149fbab9b6" providerId="LiveId" clId="{C594FB5C-3E42-4EB1-8137-202620B097AA}" dt="2026-04-09T16:53:53.915" v="437" actId="478"/>
        <pc:sldMkLst>
          <pc:docMk/>
          <pc:sldMk cId="2997144140" sldId="294"/>
        </pc:sldMkLst>
        <pc:spChg chg="del">
          <ac:chgData name="Shashank Anvekar" userId="57d4fc149fbab9b6" providerId="LiveId" clId="{C594FB5C-3E42-4EB1-8137-202620B097AA}" dt="2026-04-09T16:53:53.915" v="437" actId="478"/>
          <ac:spMkLst>
            <pc:docMk/>
            <pc:sldMk cId="2997144140" sldId="294"/>
            <ac:spMk id="10" creationId="{AD4F69D3-EEB0-4C4C-9434-B9960FB5854C}"/>
          </ac:spMkLst>
        </pc:spChg>
        <pc:picChg chg="del">
          <ac:chgData name="Shashank Anvekar" userId="57d4fc149fbab9b6" providerId="LiveId" clId="{C594FB5C-3E42-4EB1-8137-202620B097AA}" dt="2026-04-09T16:53:52.293" v="436" actId="478"/>
          <ac:picMkLst>
            <pc:docMk/>
            <pc:sldMk cId="2997144140" sldId="294"/>
            <ac:picMk id="9" creationId="{00000000-0000-0000-0000-000000000000}"/>
          </ac:picMkLst>
        </pc:picChg>
      </pc:sldChg>
      <pc:sldChg chg="delSp mod">
        <pc:chgData name="Shashank Anvekar" userId="57d4fc149fbab9b6" providerId="LiveId" clId="{C594FB5C-3E42-4EB1-8137-202620B097AA}" dt="2026-04-09T16:53:57.636" v="439" actId="478"/>
        <pc:sldMkLst>
          <pc:docMk/>
          <pc:sldMk cId="3916788613" sldId="296"/>
        </pc:sldMkLst>
        <pc:spChg chg="del">
          <ac:chgData name="Shashank Anvekar" userId="57d4fc149fbab9b6" providerId="LiveId" clId="{C594FB5C-3E42-4EB1-8137-202620B097AA}" dt="2026-04-09T16:53:57.636" v="439" actId="478"/>
          <ac:spMkLst>
            <pc:docMk/>
            <pc:sldMk cId="3916788613" sldId="296"/>
            <ac:spMk id="10" creationId="{AD4F69D3-EEB0-4C4C-9434-B9960FB5854C}"/>
          </ac:spMkLst>
        </pc:spChg>
        <pc:picChg chg="del">
          <ac:chgData name="Shashank Anvekar" userId="57d4fc149fbab9b6" providerId="LiveId" clId="{C594FB5C-3E42-4EB1-8137-202620B097AA}" dt="2026-04-09T16:53:56.701" v="438" actId="478"/>
          <ac:picMkLst>
            <pc:docMk/>
            <pc:sldMk cId="3916788613" sldId="296"/>
            <ac:picMk id="1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OKEcv683cyiB9HHDHkJbd-X9zjG8TNkopHfk7uKvmY4/edit?usp=shar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drive/folders/1Tr7jt_LT80KB32ZSodSzcr_Ke7tvACEm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71563"/>
            <a:ext cx="10972800" cy="1143000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In-Car  Health Guardian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57CEB9AF-F709-2CFD-FC87-CE847F9AAC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2358" y="214864"/>
            <a:ext cx="249969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PRAVARTAKA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2088A1-163A-BEE2-915B-E2D08F3708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42" b="5835"/>
          <a:stretch>
            <a:fillRect/>
          </a:stretch>
        </p:blipFill>
        <p:spPr>
          <a:xfrm>
            <a:off x="190282" y="1322737"/>
            <a:ext cx="5424478" cy="49281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E8F420-6ABB-B478-0E1D-8D7898514F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25" b="6295"/>
          <a:stretch>
            <a:fillRect/>
          </a:stretch>
        </p:blipFill>
        <p:spPr>
          <a:xfrm>
            <a:off x="5607476" y="1488326"/>
            <a:ext cx="6465389" cy="45969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2967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CF9A567F-F037-3451-E8C2-644F3DDF40B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91045"/>
            <a:ext cx="249969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PRAVARTAKA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7748A-56D3-D5A0-15DF-B6FB9AC00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10" t="5601" r="7473" b="7257"/>
          <a:stretch>
            <a:fillRect/>
          </a:stretch>
        </p:blipFill>
        <p:spPr>
          <a:xfrm>
            <a:off x="141514" y="1005445"/>
            <a:ext cx="6965232" cy="52662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0C0E13-CF6A-82B7-E592-35853DD6F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893" y="4371975"/>
            <a:ext cx="540622" cy="466654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EF8204-00B9-6DE4-9789-039DEF27FF75}"/>
              </a:ext>
            </a:extLst>
          </p:cNvPr>
          <p:cNvSpPr txBox="1"/>
          <p:nvPr/>
        </p:nvSpPr>
        <p:spPr>
          <a:xfrm>
            <a:off x="7279466" y="2036905"/>
            <a:ext cx="4771020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uses a Raspberry Pi 4 to process real-time heart rate data from a TCRTXXX sensor, applying LSTM Autoencoder and Decision Tree models to detect cardiac anomalies and employing k-d tree algorithms to instantly locate the nearest hospital or ambulance in an emergency.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783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A87B64A6-B4AC-E9F2-E918-4DB0A58038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2" y="107297"/>
            <a:ext cx="249969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PRAVARTAKA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4CE06B-711A-C49F-356B-E87468310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1" t="1565" b="7315"/>
          <a:stretch>
            <a:fillRect/>
          </a:stretch>
        </p:blipFill>
        <p:spPr>
          <a:xfrm>
            <a:off x="141512" y="1024391"/>
            <a:ext cx="7051040" cy="52598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EB60E06-D176-EF04-6E83-F3FDD66479DE}"/>
              </a:ext>
            </a:extLst>
          </p:cNvPr>
          <p:cNvSpPr txBox="1"/>
          <p:nvPr/>
        </p:nvSpPr>
        <p:spPr>
          <a:xfrm>
            <a:off x="7264400" y="1582386"/>
            <a:ext cx="4786086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highly feasible due to easy sensor integration, efficient ML, and high market demand.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 are ensuring sensor reliability with a loose grip and balancing accuracy to avoid false alarms while catching every real emergency.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include using high-quality sensors, diverse ML training, data encryption, and an integrated, standardized emergency response system.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6826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E801885B-632E-7495-E3F2-B1D480F8647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99571"/>
            <a:ext cx="249969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PRAVARTAKA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960BD-010C-DA1A-99FA-C2D3745266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36" t="3999" r="6036" b="4075"/>
          <a:stretch>
            <a:fillRect/>
          </a:stretch>
        </p:blipFill>
        <p:spPr>
          <a:xfrm>
            <a:off x="342031" y="954762"/>
            <a:ext cx="7146349" cy="540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33C253-655A-F5C6-6895-7027152788F1}"/>
              </a:ext>
            </a:extLst>
          </p:cNvPr>
          <p:cNvSpPr txBox="1"/>
          <p:nvPr/>
        </p:nvSpPr>
        <p:spPr>
          <a:xfrm>
            <a:off x="7488381" y="1977513"/>
            <a:ext cx="4398804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technology offers true peace of mind for your family.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medical emergency happens on the road, leaving a driver unable to call, it acts as their silent guardian.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instantly alerts responders with a precise location, turning a moment of helplessness into a story of survival and letting you worry less.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26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33792"/>
            <a:ext cx="93853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 / Links of the reference and research work:</a:t>
            </a:r>
          </a:p>
          <a:p>
            <a:pPr lvl="0" algn="just"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https://docs.google.com/document/d/1OKEcv683cyiB9HHDHkJbd-X9zjG8TNkopHfk7uKvmY4/edit?usp=sharing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https://drive.google.com/drive/folders/1Tr7jt_LT80KB32ZSodSzcr_Ke7tvACEm?usp=sharing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D6804FD4-E353-1D17-0304-3D05A6005F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154440"/>
            <a:ext cx="249969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PRAVARTAKA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7699</TotalTime>
  <Words>274</Words>
  <Application>Microsoft Office PowerPoint</Application>
  <PresentationFormat>Widescreen</PresentationFormat>
  <Paragraphs>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ＭＳ Ｐゴシック</vt:lpstr>
      <vt:lpstr>Arial</vt:lpstr>
      <vt:lpstr>Calibri</vt:lpstr>
      <vt:lpstr>Times New Roman</vt:lpstr>
      <vt:lpstr>TradeGothic</vt:lpstr>
      <vt:lpstr>Office Theme</vt:lpstr>
      <vt:lpstr>Smart In-Car  Health Guardian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Shashank Anvekar</cp:lastModifiedBy>
  <cp:revision>149</cp:revision>
  <dcterms:created xsi:type="dcterms:W3CDTF">2013-12-12T18:46:50Z</dcterms:created>
  <dcterms:modified xsi:type="dcterms:W3CDTF">2026-04-09T16:53:59Z</dcterms:modified>
  <cp:category/>
</cp:coreProperties>
</file>